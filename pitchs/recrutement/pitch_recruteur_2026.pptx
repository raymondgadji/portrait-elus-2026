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47472"/>
            <a:ext cx="34747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3474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4B"/>
                </a:solidFill>
              </a:rPr>
              <a:t>🏆  LAURÉAT · CHALLENGE OPEN DATA · DATA.GOUV.FR 2026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Raymond Gadji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11480" y="17830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91B2"/>
                </a:solidFill>
              </a:rPr>
              <a:t>Data Analyst · Créateur de l'IRD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23774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A5C8FF"/>
                </a:solidFill>
              </a:rPr>
              <a:t>J'analyse les données là où elles ont un impact réel.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A5C8FF"/>
                </a:solidFill>
              </a:rPr>
              <a:t>J'ai prouvé que ça marche — lauréat data.gouv.fr.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11480" y="329184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5C8FF"/>
                </a:solidFill>
              </a:rPr>
              <a:t>📧  gadjiraymond7@gmail.com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61188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5C8FF"/>
                </a:solidFill>
              </a:rPr>
              <a:t>🔗  linkedin.com/in/raymond-gadji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93192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5C8FF"/>
                </a:solidFill>
              </a:rPr>
              <a:t>🌐  www.portrait-elus-2026.fr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425196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5C8FF"/>
                </a:solidFill>
              </a:rPr>
              <a:t>📍  Paris, Île-de-France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46520" y="594360"/>
            <a:ext cx="2331720" cy="2331720"/>
          </a:xfrm>
          <a:prstGeom prst="ellipse">
            <a:avLst/>
          </a:prstGeom>
          <a:solidFill>
            <a:srgbClr val="1B4FD8">
              <a:alpha val="70000"/>
            </a:srgbClr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594360"/>
            <a:ext cx="233172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FFFFFF"/>
                </a:solidFill>
              </a:rPr>
              <a:t>RG</a:t>
            </a:r>
            <a:endParaRPr lang="en-US" sz="7000" dirty="0"/>
          </a:p>
        </p:txBody>
      </p:sp>
      <p:sp>
        <p:nvSpPr>
          <p:cNvPr id="14" name="Shape 12"/>
          <p:cNvSpPr/>
          <p:nvPr/>
        </p:nvSpPr>
        <p:spPr>
          <a:xfrm>
            <a:off x="6035040" y="3291840"/>
            <a:ext cx="1024128" cy="347472"/>
          </a:xfrm>
          <a:prstGeom prst="rect">
            <a:avLst/>
          </a:prstGeom>
          <a:solidFill>
            <a:srgbClr val="0891B2">
              <a:alpha val="3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3291840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Python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150608" y="3291840"/>
            <a:ext cx="1024128" cy="347472"/>
          </a:xfrm>
          <a:prstGeom prst="rect">
            <a:avLst/>
          </a:prstGeom>
          <a:solidFill>
            <a:srgbClr val="0891B2">
              <a:alpha val="3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50608" y="3291840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Streamlit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266176" y="3291840"/>
            <a:ext cx="1024128" cy="347472"/>
          </a:xfrm>
          <a:prstGeom prst="rect">
            <a:avLst/>
          </a:prstGeom>
          <a:solidFill>
            <a:srgbClr val="0891B2">
              <a:alpha val="3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66176" y="3291840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Pandas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35040" y="3767328"/>
            <a:ext cx="1024128" cy="347472"/>
          </a:xfrm>
          <a:prstGeom prst="rect">
            <a:avLst/>
          </a:prstGeom>
          <a:solidFill>
            <a:srgbClr val="0891B2">
              <a:alpha val="3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3767328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Plotly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150608" y="3767328"/>
            <a:ext cx="1024128" cy="347472"/>
          </a:xfrm>
          <a:prstGeom prst="rect">
            <a:avLst/>
          </a:prstGeom>
          <a:solidFill>
            <a:srgbClr val="0891B2">
              <a:alpha val="3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50608" y="3767328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SQL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266176" y="3767328"/>
            <a:ext cx="1024128" cy="347472"/>
          </a:xfrm>
          <a:prstGeom prst="rect">
            <a:avLst/>
          </a:prstGeom>
          <a:solidFill>
            <a:srgbClr val="0891B2">
              <a:alpha val="3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66176" y="3767328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Power BI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01  MON PROJET PHARE — LAURÉAT DATA.GOUV.FR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1B4B"/>
                </a:solidFill>
              </a:rPr>
              <a:t>Portrait des Élus Municipaux 2026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6459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App data complète analysant le profil des 520 000+ élus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municipaux français issus des élections de mars 2026.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423160"/>
            <a:ext cx="73152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95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Collecte &amp; nettoyage de 520 000+ lignes (RNE + INSEE)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898648"/>
            <a:ext cx="73152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87121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Création de l'IRD — algorithme de score inédit par commune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3374136"/>
            <a:ext cx="73152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3467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7 pages d'analyse (parité, âge, CSP, carte choroplèthe...)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3849624"/>
            <a:ext cx="73152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8221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Déploiement Railway + domaine custom + CI/CD GitHub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4325112"/>
            <a:ext cx="73152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Sélectionné parmi tous les projets soumis à data.gouv.fr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532120" y="1143000"/>
            <a:ext cx="1645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32120" y="1143000"/>
            <a:ext cx="164592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2120" y="14173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B4B"/>
                </a:solidFill>
              </a:rPr>
              <a:t>520K+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532120" y="21945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élus analysés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1143000"/>
            <a:ext cx="1645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0" y="1143000"/>
            <a:ext cx="164592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14173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B4B"/>
                </a:solidFill>
              </a:rPr>
              <a:t>32 354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315200" y="21945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communes scorées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532120" y="3063240"/>
            <a:ext cx="1645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32120" y="3063240"/>
            <a:ext cx="164592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32120" y="33375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B4B"/>
                </a:solidFill>
              </a:rPr>
              <a:t>7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532120" y="41148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pages d'analyse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315200" y="3063240"/>
            <a:ext cx="1645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0" y="3063240"/>
            <a:ext cx="164592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0" y="33375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B4B"/>
                </a:solidFill>
              </a:rPr>
              <a:t>100%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7315200" y="41148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open source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02  COMPÉTENCES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697480" cy="3703320"/>
          </a:xfrm>
          <a:prstGeom prst="rect">
            <a:avLst/>
          </a:prstGeom>
          <a:solidFill>
            <a:srgbClr val="0D2A6B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61872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Data &amp; Analyse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33172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2677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5C8FF"/>
                </a:solidFill>
              </a:rPr>
              <a:t>Python (Pandas, NumPy)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734056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67004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5C8FF"/>
                </a:solidFill>
              </a:rPr>
              <a:t>SQL — requêtes complexes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3136392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07238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5C8FF"/>
                </a:solidFill>
              </a:rPr>
              <a:t>Power BI / Plotly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3538728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4747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5C8FF"/>
                </a:solidFill>
              </a:rPr>
              <a:t>Data cleaning &amp; viz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3941064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87705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5C8FF"/>
                </a:solidFill>
              </a:rPr>
              <a:t>A/B testing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43434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27939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5C8FF"/>
                </a:solidFill>
              </a:rPr>
              <a:t>Webscraping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46120" y="1143000"/>
            <a:ext cx="2697480" cy="3703320"/>
          </a:xfrm>
          <a:prstGeom prst="rect">
            <a:avLst/>
          </a:prstGeom>
          <a:solidFill>
            <a:srgbClr val="0D2A6B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46120" y="1261872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383280" y="17830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Dev &amp; Déploiement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447288" y="233172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30168" y="22677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5C8FF"/>
                </a:solidFill>
              </a:rPr>
              <a:t>Streamlit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47288" y="2734056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30168" y="267004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5C8FF"/>
                </a:solidFill>
              </a:rPr>
              <a:t>HTML / CSS / JavaScript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47288" y="3136392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0168" y="307238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5C8FF"/>
                </a:solidFill>
              </a:rPr>
              <a:t>Git / GitHub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47288" y="3538728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0168" y="34747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5C8FF"/>
                </a:solidFill>
              </a:rPr>
              <a:t>Railway / CI-CD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47288" y="3941064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30168" y="387705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5C8FF"/>
                </a:solidFill>
              </a:rPr>
              <a:t>Flask (débutant)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47288" y="43434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30168" y="427939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5C8FF"/>
                </a:solidFill>
              </a:rPr>
              <a:t>API REST / JSON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1143000"/>
            <a:ext cx="2697480" cy="3703320"/>
          </a:xfrm>
          <a:prstGeom prst="rect">
            <a:avLst/>
          </a:prstGeom>
          <a:solidFill>
            <a:srgbClr val="0D2A6B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126480" y="1261872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263640" y="17830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Soft Skills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327648" y="233172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10528" y="22677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5C8FF"/>
                </a:solidFill>
              </a:rPr>
              <a:t>Résilience &amp; autonomie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27648" y="2734056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10528" y="267004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5C8FF"/>
                </a:solidFill>
              </a:rPr>
              <a:t>Communication claire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27648" y="3136392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10528" y="307238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5C8FF"/>
                </a:solidFill>
              </a:rPr>
              <a:t>Sens de l'analyse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27648" y="3538728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10528" y="34747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5C8FF"/>
                </a:solidFill>
              </a:rPr>
              <a:t>Adaptabilité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27648" y="3941064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10528" y="387705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5C8FF"/>
                </a:solidFill>
              </a:rPr>
              <a:t>Orienté impact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327648" y="43434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10528" y="427939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5C8FF"/>
                </a:solidFill>
              </a:rPr>
              <a:t>Anglais C2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03  PARCOURS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</a:rPr>
              <a:t>FORMATIONS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609344"/>
            <a:ext cx="146304" cy="146304"/>
          </a:xfrm>
          <a:prstGeom prst="ellipse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4340" y="1755648"/>
            <a:ext cx="0" cy="566928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94360" y="1536192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2025→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417320" y="1536192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Data Analyst (Certif.)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17320" y="185623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Simplon Paris Montreuil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359152"/>
            <a:ext cx="146304" cy="146304"/>
          </a:xfrm>
          <a:prstGeom prst="ellipse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" y="2505456"/>
            <a:ext cx="0" cy="566928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594360" y="2286000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2024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417320" y="2286000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Développeur Swift mobile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17320" y="260604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Simplon Paris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146304" cy="146304"/>
          </a:xfrm>
          <a:prstGeom prst="ellipse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" y="3255264"/>
            <a:ext cx="0" cy="566928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94360" y="3035808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2024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417320" y="3035808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Développement Web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17320" y="335584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Em Lyon Business School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858768"/>
            <a:ext cx="146304" cy="146304"/>
          </a:xfrm>
          <a:prstGeom prst="ellipse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785616"/>
            <a:ext cx="777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2023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417320" y="3785616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Développeur Web (RNCP)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17320" y="410565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Adrar Toulouse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11430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</a:rPr>
              <a:t>EXPÉRIENCES CLÉ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1536192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1536192"/>
            <a:ext cx="91440" cy="868680"/>
          </a:xfrm>
          <a:prstGeom prst="rect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16002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Customer Experience Leader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0" y="188366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91B2"/>
                </a:solidFill>
              </a:rPr>
              <a:t>2016–2022 · McDonald's · Londres, UK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0" y="211226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KPIs opérationnels, analyse clients, coordination équipe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2542032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2542032"/>
            <a:ext cx="91440" cy="868680"/>
          </a:xfrm>
          <a:prstGeom prst="rect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26060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Market Researcher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0" y="288950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91B2"/>
                </a:solidFill>
              </a:rPr>
              <a:t>2014–2016 · Kantar · Londres, UK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29200" y="311810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Collecte data, insights marketing, rapports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46320" y="3547872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3547872"/>
            <a:ext cx="91440" cy="868680"/>
          </a:xfrm>
          <a:prstGeom prst="rect">
            <a:avLst/>
          </a:prstGeom>
          <a:solidFill>
            <a:srgbClr val="1B4FD8"/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36118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Graphiste Freelance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29200" y="389534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891B2"/>
                </a:solidFill>
              </a:rPr>
              <a:t>2003–2013 · Paris / Toulouse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029200" y="412394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Gestion de projets créatifs, relation client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04  POURQUOI MOI 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60520" cy="1600200"/>
          </a:xfrm>
          <a:prstGeom prst="rect">
            <a:avLst/>
          </a:prstGeom>
          <a:solidFill>
            <a:srgbClr val="0D2A6B"/>
          </a:solidFill>
          <a:ln w="12700">
            <a:solidFill>
              <a:srgbClr val="1B4F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52728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130759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Projet reconnu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6916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5C8FF"/>
                </a:solidFill>
              </a:rPr>
              <a:t>Lauréat data.gouv.fr 2026 — sur des données réelles, pas un exercice d'école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143000"/>
            <a:ext cx="4160520" cy="1600200"/>
          </a:xfrm>
          <a:prstGeom prst="rect">
            <a:avLst/>
          </a:prstGeom>
          <a:solidFill>
            <a:srgbClr val="0D2A6B"/>
          </a:solidFill>
          <a:ln w="12700">
            <a:solidFill>
              <a:srgbClr val="1B4F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252728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715000" y="130759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Full stack data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15000" y="16916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5C8FF"/>
                </a:solidFill>
              </a:rPr>
              <a:t>De la donnée brute à l'app en prod : collecte, nettoyage, algo, viz, hébergement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160520" cy="1600200"/>
          </a:xfrm>
          <a:prstGeom prst="rect">
            <a:avLst/>
          </a:prstGeom>
          <a:solidFill>
            <a:srgbClr val="0D2A6B"/>
          </a:solidFill>
          <a:ln w="12700">
            <a:solidFill>
              <a:srgbClr val="1B4F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3035808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🌍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280160" y="309067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Profil atypique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4747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5C8FF"/>
                </a:solidFill>
              </a:rPr>
              <a:t>10 ans en UK, bilingue C2, expérience client et data — je comprends le métier ET la donnée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926080"/>
            <a:ext cx="4160520" cy="1600200"/>
          </a:xfrm>
          <a:prstGeom prst="rect">
            <a:avLst/>
          </a:prstGeom>
          <a:solidFill>
            <a:srgbClr val="0D2A6B"/>
          </a:solidFill>
          <a:ln w="12700">
            <a:solidFill>
              <a:srgbClr val="1B4F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3035808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715000" y="309067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Impact mesurable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715000" y="34747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5C8FF"/>
                </a:solidFill>
              </a:rPr>
              <a:t>520 000+ élus analysés, 32 354 communes scorées, outil utilisé par journalistes et citoyens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28800" y="4663440"/>
            <a:ext cx="5486400" cy="347472"/>
          </a:xfrm>
          <a:prstGeom prst="rect">
            <a:avLst/>
          </a:prstGeom>
          <a:solidFill>
            <a:srgbClr val="1B4FD8">
              <a:alpha val="4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466344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5C8FF"/>
                </a:solidFill>
              </a:rPr>
              <a:t>gadjiraymond7@gmail.com  ·  linkedin.com/in/raymond-gadji  ·  Paris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Raymond Gadji — Data Analyst</dc:title>
  <dc:subject>PptxGenJS Presentation</dc:subject>
  <dc:creator>Raymond Gadji</dc:creator>
  <cp:lastModifiedBy>Raymond Gadji</cp:lastModifiedBy>
  <cp:revision>1</cp:revision>
  <dcterms:created xsi:type="dcterms:W3CDTF">2026-04-28T15:23:04Z</dcterms:created>
  <dcterms:modified xsi:type="dcterms:W3CDTF">2026-04-28T15:23:04Z</dcterms:modified>
</cp:coreProperties>
</file>